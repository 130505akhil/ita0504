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72" r:id="rId5"/>
    <p:sldId id="259" r:id="rId6"/>
    <p:sldId id="265" r:id="rId7"/>
    <p:sldId id="261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F9BA8-D57A-49E9-AD1A-05661D9131A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199CD-1CF6-4C6C-8BAE-CF52B323536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199CD-1CF6-4C6C-8BAE-CF52B323536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796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3D1A7C43-7B27-4E61-93EF-5B451896CB0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8B118449-80F0-421A-9ACE-ECF9CB5A82A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0478" y="2127519"/>
            <a:ext cx="9144000" cy="926577"/>
          </a:xfrm>
        </p:spPr>
        <p:txBody>
          <a:bodyPr>
            <a:noAutofit/>
          </a:bodyPr>
          <a:lstStyle/>
          <a:p>
            <a:r>
              <a:rPr lang="en-A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Strategies for High-Resolution Image Processing</a:t>
            </a:r>
            <a:endParaRPr 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6" y="179548"/>
            <a:ext cx="5514965" cy="13318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 r="1100"/>
          <a:stretch>
            <a:fillRect/>
          </a:stretch>
        </p:blipFill>
        <p:spPr>
          <a:xfrm>
            <a:off x="5691183" y="196753"/>
            <a:ext cx="6255011" cy="1184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44710" y="4768644"/>
            <a:ext cx="3366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US" b="1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/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P. Mathivanan</a:t>
            </a:r>
            <a:endParaRPr lang="en-US" sz="18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7766" y="5149350"/>
            <a:ext cx="389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Akhil Kumar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(192425128)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A11B9D-2409-CC1A-D813-550A02B231AE}"/>
              </a:ext>
            </a:extLst>
          </p:cNvPr>
          <p:cNvSpPr txBox="1"/>
          <p:nvPr/>
        </p:nvSpPr>
        <p:spPr>
          <a:xfrm>
            <a:off x="1730478" y="3476576"/>
            <a:ext cx="8951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CSA0504 – Computer 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9A971-B1A2-F43A-F4D4-9D29FCE1BAD6}"/>
              </a:ext>
            </a:extLst>
          </p:cNvPr>
          <p:cNvSpPr txBox="1"/>
          <p:nvPr/>
        </p:nvSpPr>
        <p:spPr>
          <a:xfrm>
            <a:off x="1197766" y="4768644"/>
            <a:ext cx="3293807" cy="380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A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 invX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8724" y="2149946"/>
            <a:ext cx="9213220" cy="372964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Sampling Strategies for High-Detail Applications</a:t>
            </a:r>
          </a:p>
          <a:p>
            <a:pPr algn="just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is the process of converting continuous signals into digital data. </a:t>
            </a:r>
          </a:p>
          <a:p>
            <a:pPr algn="just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High-detail applications require accurate sampling to preserve fine details and minimize information loss. </a:t>
            </a:r>
          </a:p>
          <a:p>
            <a:pPr algn="just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applications include medical imaging, satellite imaging, digital photography, and 3D scanning. </a:t>
            </a:r>
          </a:p>
          <a:p>
            <a:pPr algn="just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sampling strategy improves image quality, accuracy, and system performance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309318"/>
            <a:ext cx="1177413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6795" y="169881"/>
            <a:ext cx="1520062" cy="1342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05456" y="496371"/>
            <a:ext cx="7002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476" y="402080"/>
            <a:ext cx="6195404" cy="1325563"/>
          </a:xfrm>
        </p:spPr>
        <p:txBody>
          <a:bodyPr>
            <a:noAutofit/>
          </a:bodyPr>
          <a:lstStyle/>
          <a:p>
            <a: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Sampling Strategies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30188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6795" y="169881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23DAF12-F2A0-E2BB-176F-2EDEC53A67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2769" y="2075526"/>
            <a:ext cx="9592055" cy="37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Sampling Methods</a:t>
            </a:r>
          </a:p>
          <a:p>
            <a:pPr algn="just"/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Sampling: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Samples are taken at equal intervals and are widely used in digital systems. </a:t>
            </a:r>
          </a:p>
          <a:p>
            <a:pPr algn="just"/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Sampling: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Sampling rate changes depending on the complexity of the image or signal. </a:t>
            </a:r>
          </a:p>
          <a:p>
            <a:pPr algn="just"/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Sampling: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Samples are selected randomly to reduce repetitive patterns and aliasing. </a:t>
            </a:r>
          </a:p>
          <a:p>
            <a:pPr algn="just"/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Oversampling: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higher sampling rate than required to improve image quality and reduce noise.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73DE5-9FA5-E35F-8004-25484CEA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ADB5-A87D-37C0-44BA-9D4D3EC7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114" y="358386"/>
            <a:ext cx="6076337" cy="132556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A855B-107B-EA45-A04D-CE19B37D4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2" y="201038"/>
            <a:ext cx="1103472" cy="1341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71D643-D0EB-FA4E-4ADD-F9726C3DB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585" y="201038"/>
            <a:ext cx="1524132" cy="1341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BD1401-5ACA-588F-3593-DCDCDF438D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89"/>
          <a:stretch>
            <a:fillRect/>
          </a:stretch>
        </p:blipFill>
        <p:spPr>
          <a:xfrm>
            <a:off x="1043940" y="1683949"/>
            <a:ext cx="10287000" cy="497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69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53" y="171542"/>
            <a:ext cx="1103472" cy="13412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494" y="369112"/>
            <a:ext cx="6607796" cy="1325563"/>
          </a:xfrm>
        </p:spPr>
        <p:txBody>
          <a:bodyPr>
            <a:normAutofit/>
          </a:bodyPr>
          <a:lstStyle/>
          <a:p>
            <a: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6795" y="169881"/>
            <a:ext cx="1520062" cy="1342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4587" y="1931436"/>
            <a:ext cx="11503449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MRI Medical Imaging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scans require high-resolution images for accurate diagnosis.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and oversampling techniques capture fine details of tissues and organs.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reduce image noise and improve clarity.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sampling helps doctors detect diseases at an early stage and make accurate treatment decisions.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1514" y="351012"/>
            <a:ext cx="6076337" cy="132556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Challenges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2" y="201038"/>
            <a:ext cx="1103472" cy="13412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585" y="201038"/>
            <a:ext cx="1524132" cy="13412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7D4709-9F73-E388-8A3F-21E1C3A3263E}"/>
              </a:ext>
            </a:extLst>
          </p:cNvPr>
          <p:cNvSpPr txBox="1"/>
          <p:nvPr/>
        </p:nvSpPr>
        <p:spPr>
          <a:xfrm>
            <a:off x="1967484" y="2002536"/>
            <a:ext cx="8257032" cy="42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high-quality and detailed images.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in diagnosis and analysis.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noise and image distortion.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overall system performance. </a:t>
            </a:r>
          </a:p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more storage space.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processing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computational cost.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advanced hardware for efficient processing.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38" y="171542"/>
            <a:ext cx="1103472" cy="1341236"/>
          </a:xfrm>
          <a:prstGeom prst="rect">
            <a:avLst/>
          </a:prstGeom>
        </p:spPr>
      </p:pic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4800" y="169881"/>
            <a:ext cx="1520062" cy="1342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26408" y="518163"/>
            <a:ext cx="5771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138" y="1931940"/>
            <a:ext cx="1047007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sampling strategies are essential for high-detail imaging applications.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such as adaptive sampling and oversampling improve image accuracy.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sampling reduces errors and preserves important details.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strategies are widely used in healthcare, remote sensing, industrial inspection, and scientific research.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appropriate sampling method ensures reliable and high-quality digital imaging.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6528" y="2766218"/>
            <a:ext cx="3962401" cy="132556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141" y="349452"/>
            <a:ext cx="1524132" cy="1341236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3611" y="365125"/>
            <a:ext cx="1103472" cy="13412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334</Words>
  <Application>Microsoft Office PowerPoint</Application>
  <PresentationFormat>Widescreen</PresentationFormat>
  <Paragraphs>46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Types of Sampling Strategies</vt:lpstr>
      <vt:lpstr>System Architecture</vt:lpstr>
      <vt:lpstr>Case Study</vt:lpstr>
      <vt:lpstr>Advantages &amp; Challenges</vt:lpstr>
      <vt:lpstr>PowerPoint Presentation</vt:lpstr>
      <vt:lpstr>THANK YOU 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 srinivas9177</dc:creator>
  <cp:lastModifiedBy>Pranay Deep Chowdary Bandaru</cp:lastModifiedBy>
  <cp:revision>15</cp:revision>
  <dcterms:created xsi:type="dcterms:W3CDTF">2025-11-07T15:59:00Z</dcterms:created>
  <dcterms:modified xsi:type="dcterms:W3CDTF">2026-07-16T06:19:53Z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20ECF8671DC44BF1A5075DAED789DEB3_12</vt:lpwstr>
  </property>
  <property fmtid="{D5CDD505-2E9C-101B-9397-08002B2CF9AE}" pid="3" name="KSOProductBuildVer">
    <vt:lpwstr>1033-12.2.0.22549</vt:lpwstr>
  </property>
</Properties>
</file>